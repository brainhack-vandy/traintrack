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Libre Baskerville" charset="1" panose="0200000000000000000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09811" y="-323007"/>
            <a:ext cx="3778507" cy="3421280"/>
          </a:xfrm>
          <a:custGeom>
            <a:avLst/>
            <a:gdLst/>
            <a:ahLst/>
            <a:cxnLst/>
            <a:rect r="r" b="b" t="t" l="l"/>
            <a:pathLst>
              <a:path h="3421280" w="3778507">
                <a:moveTo>
                  <a:pt x="0" y="0"/>
                </a:moveTo>
                <a:lnTo>
                  <a:pt x="3778507" y="0"/>
                </a:lnTo>
                <a:lnTo>
                  <a:pt x="3778507" y="3421280"/>
                </a:lnTo>
                <a:lnTo>
                  <a:pt x="0" y="342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35" r="-55745" b="-73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59249" y="9501664"/>
            <a:ext cx="91440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9"/>
              </a:lnSpc>
            </a:pPr>
            <a:r>
              <a:rPr lang="en-US" sz="2499">
                <a:solidFill>
                  <a:srgbClr val="35723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brainhack-vandy.github.io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94880" y="414608"/>
            <a:ext cx="3008370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9"/>
              </a:lnSpc>
            </a:pPr>
            <a:r>
              <a:rPr lang="en-US" sz="2499">
                <a:solidFill>
                  <a:srgbClr val="35723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BRAINHACK VANDERBILT</a:t>
            </a:r>
          </a:p>
          <a:p>
            <a:pPr algn="r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35723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DAHQg__YG4s</dc:identifier>
  <dcterms:modified xsi:type="dcterms:W3CDTF">2011-08-01T06:04:30Z</dcterms:modified>
  <cp:revision>1</cp:revision>
  <dc:title>sustainability backdrop slide</dc:title>
</cp:coreProperties>
</file>